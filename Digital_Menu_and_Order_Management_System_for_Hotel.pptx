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73152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200" b="1">
                <a:solidFill>
                  <a:srgbClr val="FFFFFF"/>
                </a:solidFill>
                <a:latin typeface="Segoe UI"/>
              </a:defRPr>
            </a:pPr>
            <a:r>
              <a:t>Digital Menu &amp;</a:t>
            </a:r>
            <a:br/>
            <a:r>
              <a:t>Order Management System</a:t>
            </a:r>
            <a:br/>
            <a:r>
              <a:t>for Hotel</a:t>
            </a:r>
          </a:p>
          <a:p>
            <a:pPr>
              <a:spcAft>
                <a:spcPts val="800"/>
              </a:spcAft>
              <a:defRPr sz="2000" b="1">
                <a:solidFill>
                  <a:srgbClr val="F59E0B"/>
                </a:solidFill>
                <a:latin typeface="Segoe UI"/>
              </a:defRPr>
            </a:pPr>
            <a:r>
              <a:t>Modern. Fast. Organized.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Better Service  •  Happier Customers  •  Higher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1. What is the purpose / Use of system?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The Digital Menu and Order Management System is designed to make hotel and restaurant operations faster, easier and more organized.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19"/>
            <a:ext cx="23774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👤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74519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Scan QR code, view menu and place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004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807208"/>
            <a:ext cx="23774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🛎️ Waiters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07208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Receive orders, monitor kitchen, and serve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0273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739896"/>
            <a:ext cx="23774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💵 Cashier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39896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Manage payments, assign waiters, and financial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3542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4672584"/>
            <a:ext cx="23774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👨‍🍳 Kitchen/Chef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672584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Receive orders, prepare food, and update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68112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5605272"/>
            <a:ext cx="237744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👔 Admin/Manager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605272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Control the system, manage staff, approve changes, and view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2. How does it work?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Step-by-step workflow from guest arrival to order settlement and reports.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22402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Scan QR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240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Customer scans QR code on the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3592" y="1874519"/>
            <a:ext cx="2240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View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468880"/>
            <a:ext cx="2240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Customer browses menu and selects dishes.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18504" y="1874519"/>
            <a:ext cx="224028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Place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468880"/>
            <a:ext cx="2240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Order is sent directly to the table waiter.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43416" y="1874519"/>
            <a:ext cx="224028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Waiter Receives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2468880"/>
            <a:ext cx="2240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Waiter checks order and forwards to kitchen.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251960"/>
            <a:ext cx="1773936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Kitchen Accepts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46320"/>
            <a:ext cx="17739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Chef accepts order and starts cooking timer.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11480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17520" y="4251960"/>
            <a:ext cx="1773936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Finished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846320"/>
            <a:ext cx="17739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Chef marks 'Finished' when food is plated.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411480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93792" y="4251960"/>
            <a:ext cx="1773936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Served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4846320"/>
            <a:ext cx="17739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Waiter serves food to table and marks 'Served'.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336" y="411480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70064" y="4251960"/>
            <a:ext cx="1773936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4846320"/>
            <a:ext cx="17739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Customer pays waiter; Cashier settles bill.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6608" y="4114800"/>
            <a:ext cx="1993392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46336" y="4251960"/>
            <a:ext cx="1773936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9.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4846320"/>
            <a:ext cx="177393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Admin and cashier can download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3. Requirements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The hotel needs the following basic equipment (no expensive POS servers needed):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🌐 Internet Connection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Basic Wi-Fi or 4G router (uses &lt; 300 KB per order)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4708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🏷️ Table QR Codes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Printed acrylic QR code stands for each dining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📱 Smartphones / Tablets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Budget tablets for kitchen display and waiters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4436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💻 Computer / Laptop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Any desktop or laptop for cashier and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🖨️ Thermal Printer (Optional)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Standard 80mm or 58mm printer for guest 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4164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🍽️ Food Information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Dish names, descriptions, prices, photos, and tags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484632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👥 Employee Information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Staff names, roles, and login emails for staff accounts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9200"/>
            <a:ext cx="52120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💡 Zero Customer App Installation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Customers access the menu instantly in their mobile browser (Safari / Chrome).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4. When the system lag or crash?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We have a built-in plan to keep your hotel running smoothly with zero downtime.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⚠️ Possible Problems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Slow internet connection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System becomes slow during peak hours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System temporarily stops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Employee cannot log in or forgets password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Order not displayed on screen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Hardware device battery or screen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✅ Our Built-in Solution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Offline cache stores orders and syncs when reconnected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Cloud database handles 1,000+ orders/day with 0.2s sync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Reopening tab restores tickets &amp; timers immediately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Manager resets staff passwords with 1-click in /admin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Cashier checks connection &amp; order status in real time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Switch to another authorized phone or tablet in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🛡️ Data Protection Guarantee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Orders and financial records are stored in a secure cloud database with daily backups. All records remain 100% safe.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5. Does the system have an expiry date?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Transparent breakdown of system ownership, hosting, and technical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3108960" cy="7772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🏛️ System Ownership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Permanent Usage Rights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Hotel owns full usage rights to the system.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All database records and history belong 100% to the hotel.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1-click offline JSON backups available anytime in /admin.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No artificial software lockouts or sudden expiration.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874519"/>
            <a:ext cx="310896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Hosting &amp; Domain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Annual Domain Renewal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Web domain (e.g. hiragahotel.com) renewed annually.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Cloud Database runs permanently on Supabase.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100% Free plan supports up to 500,000 lifetime orders.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Optional Pro plan ($25/mo) for multi-year photo archiving.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80" y="1874519"/>
            <a:ext cx="310896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🛠️ Technical Support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Maintenance 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34640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Launch monitoring during opening week peak hours.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Free warranty and bug-fix period per agreement.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Manager has self-service controls for prices &amp; staff.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Continuous technical support via phone &amp; Telegram.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6. Our installation process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We will set up the entire hotel system step-by-step in 8 structured phases: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1. Collect Requirements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Review hotel layout, table count, and payment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3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4436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2. Register Hotel &amp; Cloud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Configure database, secure rules, and serverless hosting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3. Add Menu (Food &amp; Drinks)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Input dishes, descriptions, Amharic translations &amp; photos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4. Create Staff Accounts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Set up accounts for Cashiers, Chefs, and Waiters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5. Generate Table QR Codes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Produce high-resolution QR table cards for every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3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4436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6. Connect &amp; Test Devices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Pair Cashier PC, Kitchen tablet, and Waiter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4164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7. Train Hotel Employees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Hands-on 30-minute practice simulation for all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92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138928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8. Final Testing &amp; Launch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Simulated dinner rush test before opening to public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7. Digital Menu &amp; Features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The digital menu is what customers experience when scanning the table QR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📱 Customer Digital Menu Includes: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Clean food and drink categories with instant search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High-resolution pictures and bilingual descriptions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Clear pricing in ETB (Ethiopian Birr)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Instant Available / Sold-out status indicators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Dietary tags: Fasting (የጾም), Special, Spicy (የሚቃጥል)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Custom preparation notes (e.g. 'ያለ ሽንኩርት / No onions')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Digital shopping cart with quantity adjustments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✅ Hypermedia icons (Phone, Telegram, WhatsApp, Maps)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⚙️ Hotel Manager Can: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➕ Add new dishes or drinks in 10 seconds in /admin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✏️ Update food prices and photos with instant live sync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📁 Create and re-order menu categories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🔴 Toggle dishes 'Sold Out' or 'Available' with 1 click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⭐ Mark 'Today's Special' to highlight featured dishes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💳 Update Telebirr and CBE Bank payment account details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👥 Create, edit, and deactivate waiter and chef accounts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🔑 Reset staff passwords and unlock accounts directly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8. Use of menu (Customer Experience)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Simple, frictionless 4-step experience for dining guests: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14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201168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Step 1: Scan QR Code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Guest sits at table and points phone camera at the acrylic QR card. Opens instantly in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514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25112" y="201168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3017520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Step 2: Browse Menu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Explore dishes by category, view vivid photos, ingredients, prices, and dietary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14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50024" y="201168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017520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Step 3: Add to Cart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Select quantity and type custom kitchen requests (e.g. 'mild / no pepper', 'extra sauce').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737360"/>
            <a:ext cx="25146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74936" y="201168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3017520"/>
            <a:ext cx="2240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Step 4: Send to Waiter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Order is placed and sent to table waiter. Food is served, and guest pays after dining.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9. What does each employee see?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Dedicated, role-specific interfaces designed for each station.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493776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👔 Admin Dashboard (/admin)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Comprehensive hotel activity overview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Manage menu dishes, prices, and categories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Staff account creation and password resets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Downloadable sales and order reports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Bank accounts &amp; social media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49377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🛎️ Waiter Dashboard (/waiter)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846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View customer table order requests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Monitor active cooking progress in kitchen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Instant chime when kitchen marks food ready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Mark orders 'Delivered to Table'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Take mobile orders with table 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4160520"/>
            <a:ext cx="49377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💵 Cashier Dashboard (/cashier)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846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View incoming orders and pending bills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Tag and assign Waiter Names to orders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Filter orders by specific waiter (no ambiguity)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Settle post-served customer bills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Print thermal 80mm/58mm receipts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160520"/>
            <a:ext cx="493776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👨‍🍳 Kitchen KDS (/kitchen)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4846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Receive tickets with prominent table numbers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Live elapsed cooking timers (Green/Yellow/Red)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Clear display of assigned server/waiter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Strike-through ingredient checklists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1-Click 'Plated &amp; Ready' pickup alert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10. When the hotel needs a change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You can request changes anytime. We follow a clear, collaborative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📋 Common Hotel Changes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Change food or beverage prices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Add seasonal dishes or drinks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Update food descriptions or food photos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Remove or hide discontinued menu items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Add new staff accounts (Cashier, Chef, Waiter)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Adjust permissions and station access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Add new tables or new dining areas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Custom reports or accounting exports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🔄 Our Streamlined Process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You inform us about the desired update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Immediate guidance: (Many changes like price updates can be done instantly by the manager in /admin)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For custom features, we discuss and define requirements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We agree on turnaround time (often same-day)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5. We implement and thoroughly test in staging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6. We deploy the update live with zero downtime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11. How does the digital menu work?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Core elements engineered for maximum guest conversion and upselling.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📁 Categories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Clear food groupings (Traditional, Fast Foods, Drinks, Desserts) for effortless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📸 Food Pictures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Crisp photos that drive appetite and higher average order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4754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💵 Clear Pricing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Transparent prices in ETB with zero surprise charges for diners.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337560"/>
            <a:ext cx="4754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🔢 Quantity Controls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Simple '+' and '-' buttons to easily adjust servings and add extras.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754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🛒 Shopping Cart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Floating order drawer showing live total and item summary.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800600"/>
            <a:ext cx="4754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⚡ Fast Ordering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1-Tap order submission directly to the assigned table waiter.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12. Reports and records protection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Your hotel's financial data and order history is safe, auditable, and always accessible.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📊 Key Reporting &amp; Accountability Rules: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Hotel Manager can download daily, weekly, and monthly sales reports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Cashier can generate verified shift reports tagged by cashier and waiter name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Reports include total revenue, payment breakdown (Cash vs Telebirr vs CBE), and dish popularity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Employees cannot tamper with or delete historical orders from the system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Complete historical audit log maintains accountability across shifts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1-Click complete JSON system backup downloadable anytime in /admin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🔒 This ensures 100% financial transparency and prevents revenue leaks.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13. Important questions to confirm before installation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We align on these 10 operational points to tailor the setup perfectly for your hotel: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1. Do customers pay after dining (recommended) or upfront?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39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79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2. How many cashier desks operate simultaneously?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3. How many waiters and kitchen staff will use the system?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4. Will each table have a permanent unique acrylic QR stand?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03519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5. Does the cashier desk need printed thermal receipts?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6. Do you prefer daily or weekly automated sales reports?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06039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79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7. Who is the designated manager authorized to approve price changes?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661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8. What is the primary hotel internet connection (Wi-Fi or 4G)?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4340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9. What are the hotel's official Telebirr and CBE account numbers?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212079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303519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10. Who will be our primary technical liaison for day-to-day operations?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14. Summary &amp; Value Proposition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The Digital Menu &amp; Order Management System delivers measurable results: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🌟 Improve Guest Experience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Fast digital ordering, vivid food photos, and zero waiting for menus.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Increase Staff Efficiency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Waiters spend less time writing orders and more time attending to guests.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📋 Organize Operations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Seamless digital handoffs from Table ➔ Waiter ➔ Kitchen ➔ Cashier.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2461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💵 Track Orders &amp; Payments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Eliminates waiter ambiguity, unpaid checks, and revenue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📈 Generate Actionable Reports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Gain instant visibility into top-selling dishes and peak dining hours.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805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🚀 Grow Your Business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Professional image that impresses local diners and international tourists.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Together, we build a smarter, faster, and more profitable hotel.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We are ready to answer your questions and make this system work for your hotel.</a:t>
            </a:r>
          </a:p>
          <a:p>
            <a:pPr algn="ctr">
              <a:spcBef>
                <a:spcPts val="1800"/>
              </a:spcBef>
              <a:defRPr sz="1400" b="1">
                <a:solidFill>
                  <a:srgbClr val="F59E0B"/>
                </a:solidFill>
              </a:defRPr>
            </a:pPr>
            <a:r>
              <a:t>Better Service   •   Better Management   •   A Brighter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